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624B099F-1801-461F-81D2-1300825B9CF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22092526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 title="Microsoft Power BI">
                <a:extLst>
                  <a:ext uri="{FF2B5EF4-FFF2-40B4-BE49-F238E27FC236}">
                    <a16:creationId xmlns:a16="http://schemas.microsoft.com/office/drawing/2014/main" id="{624B099F-1801-461F-81D2-1300825B9C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3041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DE143145-88F9-4F40-BC0F-5F01C1BDF1BF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5d9ebdf4-25b2-4349-98b2-f94fac07f655&amp;config=eyJjbHVzdGVyVXJsIjoiaHR0cHM6Ly9XQUJJLVVTLUNFTlRSQUwtQi1QUklNQVJZLXJlZGlyZWN0LmFuYWx5c2lzLndpbmRvd3MubmV0IiwiZW1iZWRGZWF0dXJlcyI6eyJ1c2FnZU1ldHJpY3NWTmV4dCI6dHJ1ZX19&amp;disableSensitivityBanner=true&amp;storytellingChangeViewModeShortcutKeys=true&quot;"/>
    <we:property name="bookmark" value="&quot;H4sIAAAAAAAAA91YbVPjNhD+Kx7P9FvakS35jW9cCFM6BwTC0A8dhtHLOujqWKksU3IM/71rObmXEMiV4Wiu+WSv1qtnd59drXIfKt3MK7444TMI98KjWmnJlbFBFA7CuhdCVjKglFHOWQxCkSwjuGrmTpu6CffuQ8ftFNylblpedZZQ+MfVIORVNebT7q3kVQODcA62MTWv9EfolXHJ2RYeBiHczStjeWdy4riDzuwtquM7Qoh+obgjl07fwgSk66WEJbxgkPEEUkJjAhRSVGt6BY9so0pn2m8/NLXjusZtOllc5qlKSxZFLKGpKvAnOnmpK7dUEYvR3dyid+jzYt4FZ4hYp8Zi1KrQe2Gh6UHfh0NTtTP/NPpKPjGtlXAOpV+qnXYLtHSAcW+uD3hzIwy3KnzAqIytwZj55ZPT49H1+Pz0t9HFqV+7MX8PLeD2KtwjD4NPiPbVLa8lStfhHANvWguvhOfCOF4FCoJ9jKVpgnO41W53gI2sNc0uwDlzKjiqfx5XXMKu4BnuHwR6NjfWoe6zoN6M3of7k9EGJFcoaXQ9rZYN43PtXvQAJdpaLmFLEh+w9rtKxc+MVWDfLXyxHmi76hrxYA3ud003OoDraV6wTNBMMMnThHFaxOyH6SxbU8CXxJ1UWoLdlIzOaJ5QSUlBqIxUwhiRiuRbY3Bh5idoqtfpVC5XRwKm8dCamVdeHl5NK/5qwS7C9QxPVgv4fLZ6eM5SV4NPRm8Q9n5jZAbhBCp00n/7TTnpX/wW621Lz81117VClC9xlBoqVMR9Tl+VzM+g+Kp5djtjCsK9iPgc9o7HXX/415H6/QY6XD5QOGW4Ja6jtYg1rxxL7wIXFTz9+SfePDz4gv2uxfYltP/8LHj+qNxa+ILb4Q23bjc672Pq9vMiqnz4YiJcttXFt/PsJam98vWSJaSgWVZEnNCMJSmRIn26563GbaEolALiKBZZWqQxpN1Uu1OnQvT2XH13dBz8CrxyN8FEGrtpltpK2Clvp7AbbN3gTj8ryFiJoiRJxqI0JixNCPXn5LOOObhzwtw9PnXTVPA4ozHnFATPk4Tw7OXWyjyLleQFYuvOcJAsTrae4W/EjzHgN7Vr+0uJbwOBNLPgXDdyU7P94SbLbQ4u6aMILUqgyJpMkjxSTKqXJzxXrKRUlUQJwiglwHJ4uTWp8pLFBeeFzIRiyCOZbLWmZ3y9Zn1rTROZlyrLiySLqFJZkshdoWJ3BzhrtfwzONR3sBO30J+CsXFQS92z5z3e/uAj/z+UxeNg94WgkB7IV6SvkDRBuuWCvZS6nnGfJeEM7NTjN61r5njTG/O6n23nPTANXg8zymsFavnsbzDvNfKz3/qSV60f87t/x1bTJ/7+AZlOPsWWEwAA&quot;"/>
    <we:property name="datasetId" value="&quot;879f6a9b-2176-4ca4-9b0c-0978625088e3&quot;"/>
    <we:property name="pageName" value="&quot;045a94e7a5e60320e3e6&quot;"/>
    <we:property name="reportUrl" value="&quot;/links/mZE52-isOK?ctid=53135d91-570b-49f2-9421-59d4874dacd6&amp;bookmarkGuid=593c526e-9749-4d6d-9bd7-1111fd0d5aee&quot;"/>
    <we:property name="reportName" value="&quot;DASHBOARD AUDITORIA DE MODELOS&quot;"/>
    <we:property name="reportState" value="&quot;CONNECTED&quot;"/>
    <we:property name="pageDisplayName" value="&quot;Página 1&quot;"/>
    <we:property name="backgroundColor" value="&quot;#FFFFFF&quot;"/>
    <we:property name="initialStateBookmark" value="&quot;H4sIAAAAAAAAA91YbVPjNhD+Kx7P9FvakS2/8i2EMKV3kEAY+qHDMLK0Dro6livLNDmG/961bO4lhOTKcDTXfLJX69Wzu8+uVrl3hayrgq3O2ALcA/ekFJIzobTjuQO37ISHk8m70+HFu5uz4ekYxaoyUpW1e3DvGqbnYK5k3bCiNYHCP64HLiuKKZu3bzkrahi4FehalayQH6FTxiWjG3gYuLCsCqVZa3JmmIHW7B2q4zvu7f1CcUfGjbyDGXDTSUkQsjSAmIUQEeoToBChWt0pWGQbVVrTdvuRKg2TJW7Tyvw8iUSUB54XhDQSKf6yVp7LwvQq2Wq8rDR6hz6vqjYqI8Q6VxrDVbjWCw11B/reHamiWdin8VfymWo0hwvI7VJppFmhpSMMeH1zxOrbTDEt3AeMylQrjJldPpucjm+mF5PfxpcTu3ar/h5pwO2Fe0AeBp8QDcUdKzlK1+GcAqsbDa+E51IZVjgCnCHGUtXOBdxJsz/Axlqreh/gnBvhnJQ/TwvGYV/wjIZHjlxUShvU3Qrqzeh9PJyNNyC5Rkkty3nRN4zPtXvZAeRoq1/ClpR9wNpvKxU/U1qAPlzZYj2S+rFr+IM1uN813egArkdJGsQZjbOAsygMGE394IfpLDtTwHrizgrJQW9KRms0CSmnJCWUeyIMAsIFSXbG4FJVZ2iq02lVrh6PBEzjsVYLq9yfWnWT/dWAXrnrGZ49LuDz+ePDNkttDT4bvYHb+Y2RGbgzKNBJ++035aR7sVusty1ZqZu2a7ko73HkEgpUxH0mr0rmLSi+ap7tzpgC98AjNoed437bH/51pH6/hRaXDRSOF6bHdbIWsfqVY2ldYFkBz3/+iTcPD7Zgv2uxfQntPz8Lth+VOws/Y3p0y7TZj877lLrdvIgqH76YCPu2uvp2nr0ktde2XuKQpDSOU48RGgdhRHgWPd/z+jkbMkEhz8D3/CyO0siHqJ1q9+pU8N6eq4cnp86vwApz68y40ptmqZ2EnbNmDvvB1g3udLMC90WW5iSMAy/ySRCFhNpzcqtjBpYmU8unp24UZcyPqc8YhYwlYUhY/HJreRL7grMUsbVnOPDAD3ee4W/EjyngN6VpukuJbQMOVwvnQtZ8U7P94SbLXQ729BGEpjlQZE3MSeKJgIuXJzwRQU6pyInISEApgSCBl1vjIskDP2Us5XEmAuQRD3dakwu2XrO2tUYhT3IRJ2kYe1SIOAz5vlCxvQOcN5L/6RzLJezFLfQnZ6oMlFx27HmPtz/4yP4PZfE02F0hCKQH8hXpm3EaIt2SLHgpdS3jPkvcBei5xa8aU1d405uyspttqw6YBKuHGWWlANE/2xvMe4n87La+YkVjx/z23zHXboJoZD+sbvmg/c/scVrF3z9CXHTDvxMAAA==&quot;"/>
    <we:property name="isFiltersActionButtonVisible" value="true"/>
    <we:property name="isVisualContainerHeaderHidden" value="false"/>
    <we:property name="reportEmbeddedTime" value="&quot;2026-06-18T20:39:20.585Z&quot;"/>
    <we:property name="creatorTenantId" value="&quot;53135d91-570b-49f2-9421-59d4874dacd6&quot;"/>
    <we:property name="creatorUserId" value="&quot;1003200604E33E3C&quot;"/>
    <we:property name="creatorSessionId" value="&quot;f9ea13a2-5bcc-4b9a-8b5c-94900cae3a19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f577acbf-5b0b-4b4f-9948-268e97f8d3a4"/>
    <ds:schemaRef ds:uri="b1e4d6ee-9f6f-43f8-a618-24f3d84da28f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Diego Bonadiman</cp:lastModifiedBy>
  <cp:revision>3</cp:revision>
  <dcterms:created xsi:type="dcterms:W3CDTF">2018-06-07T21:39:02Z</dcterms:created>
  <dcterms:modified xsi:type="dcterms:W3CDTF">2026-06-18T20:39:55Z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